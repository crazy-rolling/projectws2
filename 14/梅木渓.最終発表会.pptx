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 autoAdjust="0"/>
  </p:normalViewPr>
  <p:slideViewPr>
    <p:cSldViewPr snapToGrid="0">
      <p:cViewPr varScale="1">
        <p:scale>
          <a:sx n="117" d="100"/>
          <a:sy n="117" d="100"/>
        </p:scale>
        <p:origin x="294" y="10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8" d="100"/>
          <a:sy n="88" d="100"/>
        </p:scale>
        <p:origin x="3822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D61A3E-AC6E-4B60-95A4-C1B3371851F9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90A3E0-14E8-4BE6-85AB-5C5385A62A44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C34F6E-DEEE-400C-92A1-19923C75B907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  <a:endParaRPr kumimoji="1" lang="ja-JP" altLang="en-US" smtClean="0"/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  <a:endParaRPr kumimoji="1" lang="ja-JP" altLang="en-US" smtClean="0"/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23A1E1-D89E-4D9F-ACC7-724568FAD56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23A1E1-D89E-4D9F-ACC7-724568FAD569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050"/>
            <a:ext cx="12206817" cy="68675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kumimoji="1" lang="ja-JP" alt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5" name="フッター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8" name="フッター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4" name="フッター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3" name="フッター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ja-JP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フッター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ja-JP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ja-JP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ja-JP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6" name="フッター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760FBDFE-C587-4B4C-A407-44438C67B59E}" type="datetimeFigureOut">
              <a:rPr lang="en-US" altLang="ja-JP" smtClean="0"/>
            </a:fld>
            <a:endParaRPr lang="ja-JP"/>
          </a:p>
        </p:txBody>
      </p:sp>
      <p:sp>
        <p:nvSpPr>
          <p:cNvPr id="5" name="フッター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ja-JP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altLang="ja-JP" smtClean="0"/>
            </a:fld>
            <a:endParaRPr lang="ja-JP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lvl="0" fontAlgn="base"/>
            <a:endParaRPr lang="ja-JP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5" name="フッター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lvl="0" fontAlgn="base"/>
            <a:endParaRPr lang="ja-JP" altLang="en-US" strike="noStrike" noProof="1" dirty="0">
              <a:latin typeface="Arial" panose="020B0604020202020204" pitchFamily="34" charset="0"/>
            </a:endParaRPr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fontAlgn="base"/>
            <a:fld id="{9A0DB2DC-4C9A-4742-B13C-FB6460FD3503}" type="slidenum">
              <a:rPr lang="ja-JP" altLang="en-US" strike="noStrike" noProof="1" dirty="0"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lang="ja-JP" altLang="en-US" strike="noStrike" noProof="1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8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14C5B98E-B881-44C6-965E-C4CBF4BD5DE0}" type="datetimeFigureOut">
              <a:rPr kumimoji="1" lang="ja-JP" altLang="en-US" smtClean="0"/>
            </a:fld>
            <a:endParaRPr kumimoji="1" lang="ja-JP" alt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kumimoji="1" lang="ja-JP" alt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B261B85B-3F11-4807-BF0A-089ABAB91E6D}" type="slidenum">
              <a:rPr kumimoji="1" lang="ja-JP" altLang="en-US" smtClean="0"/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r" rtl="0" fontAlgn="base">
        <a:spcBef>
          <a:spcPct val="0"/>
        </a:spcBef>
        <a:spcAft>
          <a:spcPct val="0"/>
        </a:spcAft>
        <a:defRPr sz="3600" kern="1200">
          <a:solidFill>
            <a:schemeClr val="bg1"/>
          </a:solidFill>
          <a:latin typeface="+mj-lt"/>
          <a:ea typeface="+mj-ea"/>
          <a:cs typeface="+mj-cs"/>
        </a:defRPr>
      </a:lvl1pPr>
      <a:lvl2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>
                <a:latin typeface="BIZ UDゴシック" panose="020B0400000000000000" charset="-128"/>
                <a:ea typeface="BIZ UDゴシック" panose="020B0400000000000000" charset="-128"/>
              </a:rPr>
              <a:t>自動計算器</a:t>
            </a:r>
            <a:endParaRPr kumimoji="1" lang="ja-JP" altLang="en-US" dirty="0">
              <a:latin typeface="BIZ UDゴシック" panose="020B0400000000000000" charset="-128"/>
              <a:ea typeface="BIZ UDゴシック" panose="020B0400000000000000" charset="-128"/>
            </a:endParaRP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en-US" altLang="ja-JP">
                <a:latin typeface="BIZ UDPゴシック" panose="020B0400000000000000" charset="-128"/>
                <a:ea typeface="BIZ UDPゴシック" panose="020B0400000000000000" charset="-128"/>
                <a:cs typeface="BIZ UDPゴシック" panose="020B0400000000000000" charset="-128"/>
              </a:rPr>
              <a:t>E24C1007  </a:t>
            </a:r>
            <a:r>
              <a:rPr kumimoji="1" lang="ja-JP" altLang="en-US">
                <a:latin typeface="BIZ UDPゴシック" panose="020B0400000000000000" charset="-128"/>
                <a:ea typeface="BIZ UDPゴシック" panose="020B0400000000000000" charset="-128"/>
                <a:cs typeface="BIZ UDPゴシック" panose="020B0400000000000000" charset="-128"/>
              </a:rPr>
              <a:t>梅木渓</a:t>
            </a:r>
            <a:r>
              <a:rPr kumimoji="1" lang="ja-JP" altLang="en-US"/>
              <a:t>　</a:t>
            </a:r>
            <a:endParaRPr kumimoji="1" lang="ja-JP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latin typeface="BIZ UDPゴシック" panose="020B0400000000000000" charset="-128"/>
                <a:ea typeface="BIZ UDPゴシック" panose="020B0400000000000000" charset="-128"/>
              </a:rPr>
              <a:t>目的</a:t>
            </a:r>
            <a:endParaRPr lang="ja-JP" altLang="en-US">
              <a:latin typeface="BIZ UDPゴシック" panose="020B0400000000000000" charset="-128"/>
              <a:ea typeface="BIZ UDPゴシック" panose="020B0400000000000000" charset="-128"/>
            </a:endParaRPr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ja-JP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Java</a:t>
            </a:r>
            <a:r>
              <a:rPr lang="ja-JP" altLang="en-US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についてもっと知りたかった。</a:t>
            </a:r>
            <a:endParaRPr lang="ja-JP" altLang="en-US">
              <a:latin typeface="BIZ UDゴシック" panose="020B0400000000000000" charset="-128"/>
              <a:ea typeface="BIZ UDゴシック" panose="020B0400000000000000" charset="-128"/>
              <a:cs typeface="BIZ UDゴシック" panose="020B0400000000000000" charset="-128"/>
            </a:endParaRPr>
          </a:p>
          <a:p>
            <a:r>
              <a:rPr lang="ja-JP" altLang="en-US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BMI計算の発展的な物、今までやってきた事を活かした物を作りたかった。</a:t>
            </a:r>
            <a:endParaRPr lang="ja-JP" altLang="en-US">
              <a:latin typeface="BIZ UDゴシック" panose="020B0400000000000000" charset="-128"/>
              <a:ea typeface="BIZ UDゴシック" panose="020B0400000000000000" charset="-128"/>
              <a:cs typeface="BIZ UDゴシック" panose="020B0400000000000000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latin typeface="BIZ UDPゴシック" panose="020B0400000000000000" charset="-128"/>
                <a:ea typeface="BIZ UDPゴシック" panose="020B0400000000000000" charset="-128"/>
              </a:rPr>
              <a:t>機能の概要</a:t>
            </a:r>
            <a:endParaRPr lang="ja-JP" altLang="en-US">
              <a:latin typeface="BIZ UDPゴシック" panose="020B0400000000000000" charset="-128"/>
              <a:ea typeface="BIZ UDPゴシック" panose="020B0400000000000000" charset="-128"/>
            </a:endParaRPr>
          </a:p>
        </p:txBody>
      </p:sp>
      <p:sp>
        <p:nvSpPr>
          <p:cNvPr id="3" name="コンテンツプレースホルダ 2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ja-JP" altLang="en-US">
                <a:latin typeface="BIZ UDPゴシック" panose="020B0400000000000000" charset="-128"/>
                <a:ea typeface="BIZ UDPゴシック" panose="020B0400000000000000" charset="-128"/>
                <a:cs typeface="BIZ UDPゴシック" panose="020B0400000000000000" charset="-128"/>
              </a:rPr>
              <a:t>四則演算が出来る</a:t>
            </a:r>
            <a:endParaRPr lang="ja-JP" altLang="en-US">
              <a:latin typeface="BIZ UDPゴシック" panose="020B0400000000000000" charset="-128"/>
              <a:ea typeface="BIZ UDPゴシック" panose="020B0400000000000000" charset="-128"/>
              <a:cs typeface="BIZ UDPゴシック" panose="020B0400000000000000" charset="-128"/>
            </a:endParaRPr>
          </a:p>
          <a:p>
            <a:r>
              <a:rPr lang="en-US" altLang="ja-JP">
                <a:latin typeface="BIZ UDPゴシック" panose="020B0400000000000000" charset="-128"/>
                <a:ea typeface="BIZ UDPゴシック" panose="020B0400000000000000" charset="-128"/>
                <a:cs typeface="BIZ UDPゴシック" panose="020B0400000000000000" charset="-128"/>
              </a:rPr>
              <a:t>BMI</a:t>
            </a:r>
            <a:r>
              <a:rPr lang="ja-JP" altLang="en-US">
                <a:latin typeface="BIZ UDPゴシック" panose="020B0400000000000000" charset="-128"/>
                <a:ea typeface="BIZ UDPゴシック" panose="020B0400000000000000" charset="-128"/>
                <a:cs typeface="BIZ UDPゴシック" panose="020B0400000000000000" charset="-128"/>
              </a:rPr>
              <a:t>、円と三角形の面積、速さの計算などの公式を用いた計算が出来る</a:t>
            </a:r>
            <a:endParaRPr lang="ja-JP" altLang="en-US">
              <a:latin typeface="BIZ UDPゴシック" panose="020B0400000000000000" charset="-128"/>
              <a:ea typeface="BIZ UDPゴシック" panose="020B0400000000000000" charset="-128"/>
              <a:cs typeface="BIZ UDPゴシック" panose="020B0400000000000000" charset="-128"/>
            </a:endParaRPr>
          </a:p>
          <a:p>
            <a:r>
              <a:rPr lang="ja-JP" altLang="en-US">
                <a:latin typeface="BIZ UDPゴシック" panose="020B0400000000000000" charset="-128"/>
                <a:ea typeface="BIZ UDPゴシック" panose="020B0400000000000000" charset="-128"/>
                <a:cs typeface="BIZ UDPゴシック" panose="020B0400000000000000" charset="-128"/>
              </a:rPr>
              <a:t>電卓機能が使える</a:t>
            </a:r>
            <a:endParaRPr lang="ja-JP" altLang="en-US">
              <a:latin typeface="BIZ UDPゴシック" panose="020B0400000000000000" charset="-128"/>
              <a:ea typeface="BIZ UDPゴシック" panose="020B0400000000000000" charset="-128"/>
              <a:cs typeface="BIZ UDPゴシック" panose="020B0400000000000000" charset="-128"/>
            </a:endParaRPr>
          </a:p>
        </p:txBody>
      </p:sp>
      <p:pic>
        <p:nvPicPr>
          <p:cNvPr id="5" name="コンテンツプレースホルダ 4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558280" y="1725295"/>
            <a:ext cx="5227320" cy="412559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latin typeface="BIZ UDPゴシック" panose="020B0400000000000000" charset="-128"/>
                <a:ea typeface="BIZ UDPゴシック" panose="020B0400000000000000" charset="-128"/>
              </a:rPr>
              <a:t>技術</a:t>
            </a:r>
            <a:endParaRPr lang="ja-JP" altLang="en-US">
              <a:latin typeface="BIZ UDPゴシック" panose="020B0400000000000000" charset="-128"/>
              <a:ea typeface="BIZ UDPゴシック" panose="020B0400000000000000" charset="-128"/>
            </a:endParaRPr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ja-JP"/>
              <a:t>javafx</a:t>
            </a:r>
            <a:endParaRPr lang="en-US" altLang="ja-JP"/>
          </a:p>
          <a:p>
            <a:r>
              <a:rPr lang="en-US" altLang="ja-JP"/>
              <a:t>javascript</a:t>
            </a:r>
            <a:endParaRPr lang="en-US" altLang="ja-JP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latin typeface="BIZ UDPゴシック" panose="020B0400000000000000" charset="-128"/>
                <a:ea typeface="BIZ UDPゴシック" panose="020B0400000000000000" charset="-128"/>
              </a:rPr>
              <a:t>学んだこと</a:t>
            </a:r>
            <a:endParaRPr lang="ja-JP" altLang="en-US">
              <a:latin typeface="BIZ UDPゴシック" panose="020B0400000000000000" charset="-128"/>
              <a:ea typeface="BIZ UDPゴシック" panose="020B0400000000000000" charset="-128"/>
            </a:endParaRPr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ja-JP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1.fxml</a:t>
            </a:r>
            <a:r>
              <a:rPr lang="ja-JP" altLang="en-US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の画面作成と</a:t>
            </a:r>
            <a:r>
              <a:rPr lang="en-US" altLang="ja-JP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java</a:t>
            </a:r>
            <a:r>
              <a:rPr lang="ja-JP" altLang="en-US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プログラムへの機能反映</a:t>
            </a:r>
            <a:endParaRPr lang="ja-JP" altLang="en-US">
              <a:latin typeface="BIZ UDゴシック" panose="020B0400000000000000" charset="-128"/>
              <a:ea typeface="BIZ UDゴシック" panose="020B0400000000000000" charset="-128"/>
              <a:cs typeface="BIZ UDゴシック" panose="020B0400000000000000" charset="-128"/>
            </a:endParaRPr>
          </a:p>
          <a:p>
            <a:pPr marL="0" indent="0">
              <a:buNone/>
            </a:pPr>
            <a:r>
              <a:rPr lang="en-US" altLang="ja-JP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2.</a:t>
            </a:r>
            <a:r>
              <a:rPr lang="ja-JP" altLang="en-US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ボタンを用いた機能の分岐</a:t>
            </a:r>
            <a:endParaRPr lang="ja-JP" altLang="en-US">
              <a:latin typeface="BIZ UDゴシック" panose="020B0400000000000000" charset="-128"/>
              <a:ea typeface="BIZ UDゴシック" panose="020B0400000000000000" charset="-128"/>
              <a:cs typeface="BIZ UDゴシック" panose="020B0400000000000000" charset="-128"/>
            </a:endParaRPr>
          </a:p>
          <a:p>
            <a:pPr marL="0" indent="0">
              <a:buNone/>
            </a:pPr>
            <a:r>
              <a:rPr lang="en-US" altLang="ja-JP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3.java</a:t>
            </a:r>
            <a:r>
              <a:rPr lang="ja-JP" altLang="en-US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を用いた</a:t>
            </a:r>
            <a:r>
              <a:rPr lang="en-US" altLang="ja-JP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fxml</a:t>
            </a:r>
            <a:r>
              <a:rPr lang="ja-JP" altLang="en-US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の見た目</a:t>
            </a:r>
            <a:r>
              <a:rPr lang="ja-JP" altLang="en-US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、表示変更</a:t>
            </a:r>
            <a:endParaRPr lang="ja-JP" altLang="en-US">
              <a:latin typeface="BIZ UDゴシック" panose="020B0400000000000000" charset="-128"/>
              <a:ea typeface="BIZ UDゴシック" panose="020B0400000000000000" charset="-128"/>
              <a:cs typeface="BIZ UDゴシック" panose="020B0400000000000000" charset="-128"/>
            </a:endParaRPr>
          </a:p>
          <a:p>
            <a:pPr marL="0" indent="0">
              <a:buNone/>
            </a:pPr>
            <a:r>
              <a:rPr lang="en-US" altLang="ja-JP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4.</a:t>
            </a:r>
            <a:r>
              <a:rPr lang="ja-JP" altLang="en-US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別のボタン対応の機能実装</a:t>
            </a:r>
            <a:endParaRPr lang="ja-JP" altLang="en-US">
              <a:latin typeface="BIZ UDゴシック" panose="020B0400000000000000" charset="-128"/>
              <a:ea typeface="BIZ UDゴシック" panose="020B0400000000000000" charset="-128"/>
              <a:cs typeface="BIZ UDゴシック" panose="020B0400000000000000" charset="-128"/>
            </a:endParaRPr>
          </a:p>
          <a:p>
            <a:pPr marL="0" indent="0">
              <a:buNone/>
            </a:pPr>
            <a:r>
              <a:rPr lang="en-US" altLang="ja-JP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5.java</a:t>
            </a:r>
            <a:r>
              <a:rPr lang="ja-JP" altLang="en-US">
                <a:latin typeface="BIZ UDゴシック" panose="020B0400000000000000" charset="-128"/>
                <a:ea typeface="BIZ UDゴシック" panose="020B0400000000000000" charset="-128"/>
                <a:cs typeface="BIZ UDゴシック" panose="020B0400000000000000" charset="-128"/>
              </a:rPr>
              <a:t>内で別のプログラムの呼び出し</a:t>
            </a:r>
            <a:endParaRPr lang="ja-JP" altLang="en-US"/>
          </a:p>
          <a:p>
            <a:endParaRPr lang="ja-JP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ja-JP" altLang="en-US">
                <a:latin typeface="BIZ UDゴシック" panose="020B0400000000000000" charset="-128"/>
                <a:ea typeface="BIZ UDゴシック" panose="020B0400000000000000" charset="-128"/>
              </a:rPr>
              <a:t>今後の展望</a:t>
            </a:r>
            <a:endParaRPr lang="ja-JP" altLang="en-US">
              <a:latin typeface="BIZ UDゴシック" panose="020B0400000000000000" charset="-128"/>
              <a:ea typeface="BIZ UDゴシック" panose="020B0400000000000000" charset="-128"/>
            </a:endParaRPr>
          </a:p>
        </p:txBody>
      </p:sp>
      <p:sp>
        <p:nvSpPr>
          <p:cNvPr id="3" name="コンテンツプレースホルダ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ja-JP" altLang="en-US">
                <a:latin typeface="BIZ UDPゴシック" panose="020B0400000000000000" charset="-128"/>
                <a:ea typeface="BIZ UDPゴシック" panose="020B0400000000000000" charset="-128"/>
              </a:rPr>
              <a:t>今回やったことを使って派生、改良したものを作ってみたい</a:t>
            </a:r>
            <a:endParaRPr lang="ja-JP" altLang="en-US">
              <a:latin typeface="BIZ UDPゴシック" panose="020B0400000000000000" charset="-128"/>
              <a:ea typeface="BIZ UDPゴシック" panose="020B0400000000000000" charset="-128"/>
            </a:endParaRPr>
          </a:p>
          <a:p>
            <a:r>
              <a:rPr lang="ja-JP" altLang="en-US">
                <a:latin typeface="BIZ UDPゴシック" panose="020B0400000000000000" charset="-128"/>
                <a:ea typeface="BIZ UDPゴシック" panose="020B0400000000000000" charset="-128"/>
              </a:rPr>
              <a:t>ちょっと難しい演算機能実装も試してみたい。</a:t>
            </a:r>
            <a:endParaRPr lang="ja-JP" altLang="en-US">
              <a:latin typeface="BIZ UDPゴシック" panose="020B0400000000000000" charset="-128"/>
              <a:ea typeface="BIZ UDPゴシック" panose="020B0400000000000000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munications and Dialogues">
  <a:themeElements>
    <a:clrScheme name="Communications and Dialogu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66CC"/>
      </a:accent1>
      <a:accent2>
        <a:srgbClr val="3399FF"/>
      </a:accent2>
      <a:accent3>
        <a:srgbClr val="FFFFFF"/>
      </a:accent3>
      <a:accent4>
        <a:srgbClr val="000000"/>
      </a:accent4>
      <a:accent5>
        <a:srgbClr val="AAB8E2"/>
      </a:accent5>
      <a:accent6>
        <a:srgbClr val="2D8AE7"/>
      </a:accent6>
      <a:hlink>
        <a:srgbClr val="CC3300"/>
      </a:hlink>
      <a:folHlink>
        <a:srgbClr val="996600"/>
      </a:folHlink>
    </a:clrScheme>
    <a:fontScheme name="Communications and Dialogu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Communications and Dialogu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munications and Dialogu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munications and Dialogu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66CC"/>
        </a:accent1>
        <a:accent2>
          <a:srgbClr val="3399FF"/>
        </a:accent2>
        <a:accent3>
          <a:srgbClr val="FFFFFF"/>
        </a:accent3>
        <a:accent4>
          <a:srgbClr val="000000"/>
        </a:accent4>
        <a:accent5>
          <a:srgbClr val="AAB8E2"/>
        </a:accent5>
        <a:accent6>
          <a:srgbClr val="2D8AE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S PGothic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302</Words>
  <Application>WPS Presentation</Application>
  <PresentationFormat>宽屏</PresentationFormat>
  <Paragraphs>34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1" baseType="lpstr">
      <vt:lpstr>Arial</vt:lpstr>
      <vt:lpstr>ＭＳ Ｐゴシック</vt:lpstr>
      <vt:lpstr>Wingdings</vt:lpstr>
      <vt:lpstr>Calibri</vt:lpstr>
      <vt:lpstr>Microsoft YaHei</vt:lpstr>
      <vt:lpstr>ＭＳ Ｐゴシック</vt:lpstr>
      <vt:lpstr>Arial Unicode MS</vt:lpstr>
      <vt:lpstr>SimSun</vt:lpstr>
      <vt:lpstr>PMingLiU</vt:lpstr>
      <vt:lpstr>Times New Roman</vt:lpstr>
      <vt:lpstr>MingLiU-ExtB</vt:lpstr>
      <vt:lpstr>BIZ UD明朝 Medium</vt:lpstr>
      <vt:lpstr>BIZ UDゴシック</vt:lpstr>
      <vt:lpstr>BIZ UDPゴシック</vt:lpstr>
      <vt:lpstr>Communications and Dialogues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自動計算器</dc:title>
  <dc:creator/>
  <cp:lastModifiedBy>k ikemu</cp:lastModifiedBy>
  <cp:revision>3</cp:revision>
  <dcterms:created xsi:type="dcterms:W3CDTF">2026-01-22T06:05:04Z</dcterms:created>
  <dcterms:modified xsi:type="dcterms:W3CDTF">2026-01-22T06:06:48Z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1041-11.2.0.11536</vt:lpwstr>
  </property>
  <property fmtid="{D5CDD505-2E9C-101B-9397-08002B2CF9AE}" pid="3" name="ICV">
    <vt:lpwstr>95694B28081D41F29133CB2531D2B6B1</vt:lpwstr>
  </property>
</Properties>
</file>